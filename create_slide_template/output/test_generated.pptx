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5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JMDCデータ分析サービス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JMDCデータ分析サービス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サービス概要</a:t>
            </a:r>
          </a:p>
          <a:p>
            <a:r>
              <a:t>2. データ分析の重要性</a:t>
            </a:r>
          </a:p>
          <a:p>
            <a:r>
              <a:t>3. 導入メリット</a:t>
            </a:r>
          </a:p>
          <a:p>
            <a:r>
              <a:t>4. 導入事例</a:t>
            </a:r>
          </a:p>
          <a:p>
            <a:r>
              <a:t>5. お見積り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1. サービス概要</a:t>
            </a:r>
          </a:p>
          <a:p>
            <a:r>
              <a:t>2. データ分析の重要性</a:t>
            </a:r>
          </a:p>
          <a:p>
            <a:r>
              <a:t>3. 導入メリット</a:t>
            </a:r>
          </a:p>
          <a:p>
            <a:r>
              <a:t>4. 導入事例</a:t>
            </a:r>
          </a:p>
          <a:p>
            <a:r>
              <a:t>5. お見積り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サービス概要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サービス概要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JMDCデータ分析サービスとは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1,200万人規模の医療ビッグデータを活用</a:t>
            </a:r>
          </a:p>
          <a:p>
            <a:pPr/>
            <a:r>
              <a:t>AIによる高精度な分析・予測</a:t>
            </a:r>
          </a:p>
          <a:p>
            <a:pPr/>
            <a:r>
              <a:t>専門アナリストによるコンサルティング</a:t>
            </a:r>
          </a:p>
          <a:p>
            <a:pPr/>
            <a:r>
              <a:t>業界随一のデータ品質と網羅性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© JMDC Inc.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© JMDC Inc.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導入メリット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意思決定の高速化</a:t>
            </a:r>
          </a:p>
          <a:p>
            <a:pPr/>
            <a:r>
              <a:t>データドリブンな戦略立案</a:t>
            </a:r>
          </a:p>
          <a:p>
            <a:pPr/>
            <a:r>
              <a:t>コスト削減効果</a:t>
            </a:r>
          </a:p>
          <a:p>
            <a:pPr/>
            <a:r>
              <a:t>新規ビジネス機会の発見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© JMDC Inc.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© JMDC Inc.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