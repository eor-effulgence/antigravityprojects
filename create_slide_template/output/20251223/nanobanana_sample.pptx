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</p:sldIdLst>
  <p:sldSz cx="12192000" cy="6858000"/>
  <p:notesSz cx="6886575" cy="10017125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900CC"/>
    <a:srgbClr val="FFD9B3"/>
    <a:srgbClr val="FFCC99"/>
    <a:srgbClr val="FFFFCC"/>
    <a:srgbClr val="CAD7EE"/>
    <a:srgbClr val="2D2D2D"/>
    <a:srgbClr val="E576A3"/>
    <a:srgbClr val="E983A0"/>
    <a:srgbClr val="EC98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706" autoAdjust="0"/>
  </p:normalViewPr>
  <p:slideViewPr>
    <p:cSldViewPr snapToGrid="0">
      <p:cViewPr varScale="1">
        <p:scale>
          <a:sx n="79" d="100"/>
          <a:sy n="79" d="100"/>
        </p:scale>
        <p:origin x="32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81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126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C8999BB-D453-4C97-A902-708865AE2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BB51D3-1CD9-464B-A995-60015A1D4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002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r">
              <a:defRPr sz="1200"/>
            </a:lvl1pPr>
          </a:lstStyle>
          <a:p>
            <a:fld id="{1DA409E0-CCF6-460B-B0F1-2953F860014A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4170BC-37CA-456B-B099-8D385210A3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9164FB-BF64-44CC-A294-18BCB5B82F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002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r">
              <a:defRPr sz="1200"/>
            </a:lvl1pPr>
          </a:lstStyle>
          <a:p>
            <a:fld id="{990D37E6-1BA4-4302-B17A-288AB4B27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471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r">
              <a:defRPr sz="1300"/>
            </a:lvl1pPr>
          </a:lstStyle>
          <a:p>
            <a:fld id="{8FAA7CA5-D2BB-450E-A260-D483A94AF1AB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7100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78" tIns="48289" rIns="96578" bIns="4828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vert="horz" lIns="96578" tIns="48289" rIns="96578" bIns="4828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0799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r">
              <a:defRPr sz="1300"/>
            </a:lvl1pPr>
          </a:lstStyle>
          <a:p>
            <a:fld id="{91C0D6BC-FAAE-44FB-A5E4-13028E108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47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4CB2F681-2736-44E1-A654-D251ACDC32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968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4CB2F681-2736-44E1-A654-D251ACDC32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9350" y="2531006"/>
            <a:ext cx="6261100" cy="1047600"/>
          </a:xfrm>
        </p:spPr>
        <p:txBody>
          <a:bodyPr vert="horz" wrap="none" anchor="t" anchorCtr="0"/>
          <a:lstStyle>
            <a:lvl1pPr algn="ctr">
              <a:lnSpc>
                <a:spcPct val="100000"/>
              </a:lnSpc>
              <a:defRPr sz="32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9350" y="4079468"/>
            <a:ext cx="6261100" cy="371882"/>
          </a:xfrm>
        </p:spPr>
        <p:txBody>
          <a:bodyPr anchor="t"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C2B4702-F4DE-4CB4-AFC0-65CDB1B18C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9350" y="4852540"/>
            <a:ext cx="6261100" cy="248400"/>
          </a:xfrm>
        </p:spPr>
        <p:txBody>
          <a:bodyPr wrap="none" anchor="ctr" anchorCtr="0"/>
          <a:lstStyle>
            <a:lvl1pPr algn="ctr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24" name="グラフィックス 23">
            <a:extLst>
              <a:ext uri="{FF2B5EF4-FFF2-40B4-BE49-F238E27FC236}">
                <a16:creationId xmlns:a16="http://schemas.microsoft.com/office/drawing/2014/main" id="{05B76399-7B3F-452B-99DE-9D4F211A101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485" y="739467"/>
            <a:ext cx="2644221" cy="128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1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337C0E97-9585-4CBC-B08E-4DF1FCF044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722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FF9C4F8C-82C7-4E62-A6FF-E886399A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1052513"/>
            <a:ext cx="10563226" cy="648000"/>
          </a:xfrm>
        </p:spPr>
        <p:txBody>
          <a:bodyPr vert="horz" lIns="0" tIns="36000" rIns="0" bIns="36000" anchor="ctr" anchorCtr="0"/>
          <a:lstStyle>
            <a:lvl1pPr algn="ctr">
              <a:defRPr sz="20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77A05FB-5E4D-4991-891B-2F9A06EBC667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2AE47C-7B5A-4D6F-B622-B9EE6DD8FB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86101" y="2346985"/>
            <a:ext cx="6019799" cy="3907810"/>
          </a:xfrm>
        </p:spPr>
        <p:txBody>
          <a:bodyPr anchor="t" anchorCtr="1"/>
          <a:lstStyle>
            <a:lvl1pPr marL="200025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2438" indent="-201600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5963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7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45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C8EE57F1-F0A9-4D0D-B777-AFCB5B2CEC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066F155-3188-4AA8-A660-ABF2470A83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AA7107C-6AF2-4215-99A8-729EB6855E9F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360C349-EBEF-4D48-A384-8338314FD92F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035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13">
          <p15:clr>
            <a:srgbClr val="FBAE40"/>
          </p15:clr>
        </p15:guide>
        <p15:guide id="3" pos="7167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14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見出し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BF946D33-0522-407D-92E1-EB11EE5409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942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722D36E6-DD5E-40E4-9D8C-A3C0BE69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99" y="2371836"/>
            <a:ext cx="11040000" cy="900000"/>
          </a:xfrm>
        </p:spPr>
        <p:txBody>
          <a:bodyPr anchor="b" anchorCtr="0"/>
          <a:lstStyle>
            <a:lvl1pPr marL="0" indent="0" algn="ctr">
              <a:buNone/>
              <a:defRPr sz="5000" b="1">
                <a:solidFill>
                  <a:srgbClr val="53C57A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832386-A3A6-4262-831B-138FA568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3429000"/>
            <a:ext cx="11040000" cy="360000"/>
          </a:xfrm>
        </p:spPr>
        <p:txBody>
          <a:bodyPr vert="horz" lIns="0" tIns="0" rIns="0" bIns="144000" anchor="t"/>
          <a:lstStyle>
            <a:lvl1pPr algn="ctr">
              <a:defRPr sz="3200" b="1">
                <a:solidFill>
                  <a:srgbClr val="2D2D2D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04BA59FC-70BE-4938-AB37-618B2B709C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7FA3722-778B-4F44-8122-F34A3EF26DE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90680FA-9C4D-47DA-BDAE-E3CC06EEFE63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6985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>
            <a:extLst>
              <a:ext uri="{FF2B5EF4-FFF2-40B4-BE49-F238E27FC236}">
                <a16:creationId xmlns:a16="http://schemas.microsoft.com/office/drawing/2014/main" id="{22BB6BD2-0807-4A2A-A627-20D383234A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9193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390" y="188913"/>
            <a:ext cx="10563223" cy="620908"/>
          </a:xfrm>
        </p:spPr>
        <p:txBody>
          <a:bodyPr vert="horz" lIns="0" tIns="36000" rIns="0" bIns="72000" anchor="b" anchorCtr="0"/>
          <a:lstStyle>
            <a:lvl1pPr>
              <a:defRPr sz="2000" b="1" i="0">
                <a:solidFill>
                  <a:srgbClr val="000000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914824"/>
            <a:ext cx="10563225" cy="4351878"/>
          </a:xfrm>
          <a:ln>
            <a:noFill/>
          </a:ln>
        </p:spPr>
        <p:txBody>
          <a:bodyPr lIns="0" rIns="0"/>
          <a:lstStyle>
            <a:lvl1pPr>
              <a:lnSpc>
                <a:spcPct val="125000"/>
              </a:lnSpc>
              <a:defRPr sz="1600">
                <a:solidFill>
                  <a:srgbClr val="2D2D2D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buClrTx/>
              <a:defRPr sz="1600">
                <a:solidFill>
                  <a:srgbClr val="2D2D2D"/>
                </a:solidFill>
                <a:latin typeface="+mn-lt"/>
                <a:ea typeface="+mn-ea"/>
              </a:defRPr>
            </a:lvl2pPr>
            <a:lvl3pPr marL="819150" indent="-182563">
              <a:lnSpc>
                <a:spcPct val="125000"/>
              </a:lnSpc>
              <a:buClrTx/>
              <a:buFont typeface="游ゴシック" panose="020B0400000000000000" pitchFamily="50" charset="-128"/>
              <a:buChar char="•"/>
              <a:defRPr sz="1600">
                <a:solidFill>
                  <a:srgbClr val="2D2D2D"/>
                </a:solidFill>
                <a:latin typeface="+mn-lt"/>
                <a:ea typeface="+mn-ea"/>
              </a:defRPr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F4E2D77-7E7A-42A8-82FA-8E50190B3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389" y="791106"/>
            <a:ext cx="10563224" cy="900000"/>
          </a:xfrm>
        </p:spPr>
        <p:txBody>
          <a:bodyPr lIns="0" tIns="72000" rIns="0" bIns="72000"/>
          <a:lstStyle>
            <a:lvl1pPr>
              <a:lnSpc>
                <a:spcPct val="125000"/>
              </a:lnSpc>
              <a:spcBef>
                <a:spcPts val="0"/>
              </a:spcBef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spcBef>
                <a:spcPts val="0"/>
              </a:spcBef>
              <a:buClrTx/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36587" indent="0">
              <a:spcBef>
                <a:spcPts val="0"/>
              </a:spcBef>
              <a:buClr>
                <a:schemeClr val="accent1"/>
              </a:buClr>
              <a:buFont typeface="游ゴシック" panose="020B0400000000000000" pitchFamily="50" charset="-128"/>
              <a:buNone/>
              <a:defRPr b="1">
                <a:solidFill>
                  <a:schemeClr val="accent1"/>
                </a:solidFill>
              </a:defRPr>
            </a:lvl3pPr>
            <a:lvl4pPr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8CA1C3-62CA-4355-9BFA-019950074359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0705110-15CF-4414-A9EF-CCABC79883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939E9BA3-482A-49D6-8FC2-21A7E285428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E131A67-7454-4E80-BAE6-84513290F67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20C161-6FB6-465C-A013-A8CE1D3DC8AE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1614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9" userDrawn="1">
          <p15:clr>
            <a:srgbClr val="FBAE40"/>
          </p15:clr>
        </p15:guide>
        <p15:guide id="2" pos="7167" userDrawn="1">
          <p15:clr>
            <a:srgbClr val="FBAE40"/>
          </p15:clr>
        </p15:guide>
        <p15:guide id="3" pos="513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9F2E24A-F9AF-4FB5-9A55-6CD620035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2885000"/>
            <a:ext cx="2880000" cy="1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5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3779C39E-E640-4ACF-9D66-42B25DD4D6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769618471"/>
              </p:ext>
            </p:extLst>
          </p:nvPr>
        </p:nvGraphicFramePr>
        <p:xfrm>
          <a:off x="2119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9" imgW="592" imgH="595" progId="TCLayout.ActiveDocument.1">
                  <p:embed/>
                </p:oleObj>
              </mc:Choice>
              <mc:Fallback>
                <p:oleObj name="think-cell スライド" r:id="rId9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CA714621-1462-4A3C-BC13-055901280D61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2000" b="0" i="0" baseline="0" dirty="0">
              <a:latin typeface="Noto Sans CJK JP Medium" panose="020B0600000000000000" pitchFamily="34" charset="-128"/>
              <a:ea typeface="Noto Sans CJK JP Medium" panose="020B0600000000000000" pitchFamily="34" charset="-128"/>
              <a:cs typeface="+mj-cs"/>
              <a:sym typeface="Noto Sans CJK JP Medium" panose="020B06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5681"/>
            <a:ext cx="10515600" cy="653410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02560"/>
            <a:ext cx="10515600" cy="462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192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4" r:id="rId3"/>
    <p:sldLayoutId id="2147483680" r:id="rId4"/>
    <p:sldLayoutId id="2147483682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88938" indent="-157163" algn="l" defTabSz="914400" rtl="0" eaLnBrk="1" latinLnBrk="0" hangingPunct="1">
        <a:lnSpc>
          <a:spcPct val="100000"/>
        </a:lnSpc>
        <a:spcBef>
          <a:spcPts val="300"/>
        </a:spcBef>
        <a:buClrTx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9150" indent="-182563" algn="l" defTabSz="914400" rtl="0" eaLnBrk="1" latinLnBrk="0" hangingPunct="1">
        <a:lnSpc>
          <a:spcPct val="100000"/>
        </a:lnSpc>
        <a:spcBef>
          <a:spcPts val="300"/>
        </a:spcBef>
        <a:buClrTx/>
        <a:buFont typeface="游ゴシック" panose="020B0400000000000000" pitchFamily="50" charset="-128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9975" indent="0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1000" indent="-182563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Char char="‒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AIトレンド予測 2030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NanoBanaNana連携デモ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2025年12月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市場成長の未来図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生成AI市場は指数関数的に拡大</a:t>
            </a:r>
          </a:p>
          <a:p>
            <a:pPr/>
            <a:r>
              <a:t>あらゆる産業への浸透が進む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AI市場の概念的成長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テクノロジーの融合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物理世界とデジタル世界の境界消失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ハードウェアとソフトウェアの結合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6.31876096375525531101E+00&quot;&gt;&lt;m_msothmcolidx val=&quot;0&quot;/&gt;&lt;m_rgb r=&quot;DD&quot; g=&quot;F3&quot; b=&quot;E4&quot;/&gt;&lt;/elem&gt;&lt;elem m_fUsage=&quot;3.58818266206805036589E+00&quot;&gt;&lt;m_msothmcolidx val=&quot;0&quot;/&gt;&lt;m_rgb r=&quot;53&quot; g=&quot;C5&quot; b=&quot;7A&quot;/&gt;&lt;/elem&gt;&lt;elem m_fUsage=&quot;4.02705271474954745736E-02&quot;&gt;&lt;m_msothmcolidx val=&quot;0&quot;/&gt;&lt;m_rgb r=&quot;00&quot; g=&quot;59&quot; b=&quot;00&quot;/&gt;&lt;/elem&gt;&lt;elem m_fUsage=&quot;3.66685204475502915522E-02&quot;&gt;&lt;m_msothmcolidx val=&quot;0&quot;/&gt;&lt;m_rgb r=&quot;0D&quot; g=&quot;AE&quot; b=&quot;41&quot;/&gt;&lt;/elem&gt;&lt;elem m_fUsage=&quot;5.03993083318649785080E-03&quot;&gt;&lt;m_msothmcolidx val=&quot;0&quot;/&gt;&lt;m_rgb r=&quot;52&quot; g=&quot;BE&quot; b=&quot;75&quot;/&gt;&lt;/elem&gt;&lt;elem m_fUsage=&quot;4.83734407832594765636E-03&quot;&gt;&lt;m_msothmcolidx val=&quot;0&quot;/&gt;&lt;m_rgb r=&quot;0A&quot; g=&quot;7C&quot; b=&quot;2F&quot;/&gt;&lt;/elem&gt;&lt;elem m_fUsage=&quot;2.46862275608918102510E-03&quot;&gt;&lt;m_msothmcolidx val=&quot;0&quot;/&gt;&lt;m_rgb r=&quot;06&quot; g=&quot;55&quot; b=&quot;20&quot;/&gt;&lt;/elem&gt;&lt;elem m_fUsage=&quot;1.79701029991443349265E-03&quot;&gt;&lt;m_msothmcolidx val=&quot;0&quot;/&gt;&lt;m_rgb r=&quot;0C&quot; g=&quot;AA&quot; b=&quot;41&quot;/&gt;&lt;/elem&gt;&lt;elem m_fUsage=&quot;1.61730926992299014339E-03&quot;&gt;&lt;m_msothmcolidx val=&quot;0&quot;/&gt;&lt;m_rgb r=&quot;07&quot; g=&quot;61&quot; b=&quot;24&quot;/&gt;&lt;/elem&gt;&lt;elem m_fUsage=&quot;1.61948387278817740884E-04&quot;&gt;&lt;m_msothmcolidx val=&quot;0&quot;/&gt;&lt;m_rgb r=&quot;98&quot; g=&quot;DC&quot; b=&quot;AF&quot;/&gt;&lt;/elem&gt;&lt;elem m_fUsage=&quot;9.56552434365126250234E-05&quot;&gt;&lt;m_msothmcolidx val=&quot;0&quot;/&gt;&lt;m_rgb r=&quot;09&quot; g=&quot;7F&quot; b=&quot;31&quot;/&gt;&lt;/elem&gt;&lt;elem m_fUsage=&quot;5.13431418075965419049E-05&quot;&gt;&lt;m_msothmcolidx val=&quot;0&quot;/&gt;&lt;m_rgb r=&quot;0A&quot; g=&quot;83&quot; b=&quot;31&quot;/&gt;&lt;/elem&gt;&lt;elem m_fUsage=&quot;2.24167732551681854903E-05&quot;&gt;&lt;m_msothmcolidx val=&quot;0&quot;/&gt;&lt;m_rgb r=&quot;0E&quot; g=&quot;C2&quot; b=&quot;00&quot;/&gt;&lt;/elem&gt;&lt;elem m_fUsage=&quot;6.89249269015347901192E-06&quot;&gt;&lt;m_msothmcolidx val=&quot;0&quot;/&gt;&lt;m_rgb r=&quot;CB&quot; g=&quot;D8&quot; b=&quot;EF&quot;/&gt;&lt;/elem&gt;&lt;elem m_fUsage=&quot;5.72192753140146252402E-06&quot;&gt;&lt;m_msothmcolidx val=&quot;0&quot;/&gt;&lt;m_rgb r=&quot;63&quot; g=&quot;89&quot; b=&quot;CE&quot;/&gt;&lt;/elem&gt;&lt;elem m_fUsage=&quot;4.81315889736668078489E-06&quot;&gt;&lt;m_msothmcolidx val=&quot;0&quot;/&gt;&lt;m_rgb r=&quot;97&quot; g=&quot;B0&quot; b=&quot;DE&quot;/&gt;&lt;/elem&gt;&lt;elem m_fUsage=&quot;3.39041615347857003100E-06&quot;&gt;&lt;m_msothmcolidx val=&quot;0&quot;/&gt;&lt;m_rgb r=&quot;84&quot; g=&quot;F6&quot; b=&quot;AB&quot;/&gt;&lt;/elem&gt;&lt;elem m_fUsage=&quot;3.26615480316740231095E-06&quot;&gt;&lt;m_msothmcolidx val=&quot;0&quot;/&gt;&lt;m_rgb r=&quot;F6&quot; g=&quot;87&quot; b=&quot;84&quot;/&gt;&lt;/elem&gt;&lt;elem m_fUsage=&quot;8.21710489548410890513E-07&quot;&gt;&lt;m_msothmcolidx val=&quot;0&quot;/&gt;&lt;m_rgb r=&quot;F3&quot; g=&quot;9A&quot; b=&quot;ED&quot;/&gt;&lt;/elem&gt;&lt;elem m_fUsage=&quot;5.09593898776371821834E-07&quot;&gt;&lt;m_msothmcolidx val=&quot;0&quot;/&gt;&lt;m_rgb r=&quot;0D&quot; g=&quot;AA&quot; b=&quot;40&quot;/&gt;&lt;/elem&gt;&lt;elem m_fUsage=&quot;3.18756352374790511615E-07&quot;&gt;&lt;m_msothmcolidx val=&quot;0&quot;/&gt;&lt;m_rgb r=&quot;04&quot; g=&quot;42&quot; b=&quot;04&quot;/&gt;&lt;/elem&gt;&lt;elem m_fUsage=&quot;4.26495693068163270119E-09&quot;&gt;&lt;m_msothmcolidx val=&quot;0&quot;/&gt;&lt;m_rgb r=&quot;0B&quot; g=&quot;95&quot; b=&quot;37&quot;/&gt;&lt;/elem&gt;&lt;elem m_fUsage=&quot;3.57330166477345500949E-09&quot;&gt;&lt;m_msothmcolidx val=&quot;0&quot;/&gt;&lt;m_rgb r=&quot;08&quot; g=&quot;80&quot; b=&quot;8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91S1ZBmBgoJqY8Vd7x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JMDC">
  <a:themeElements>
    <a:clrScheme name="ユーザー定義 9">
      <a:dk1>
        <a:srgbClr val="2D2D2D"/>
      </a:dk1>
      <a:lt1>
        <a:srgbClr val="FFFFFF"/>
      </a:lt1>
      <a:dk2>
        <a:srgbClr val="7F0C09"/>
      </a:dk2>
      <a:lt2>
        <a:srgbClr val="D6A5C3"/>
      </a:lt2>
      <a:accent1>
        <a:srgbClr val="0CAA41"/>
      </a:accent1>
      <a:accent2>
        <a:srgbClr val="53C57A"/>
      </a:accent2>
      <a:accent3>
        <a:srgbClr val="C2E9BE"/>
      </a:accent3>
      <a:accent4>
        <a:srgbClr val="E5F5EA"/>
      </a:accent4>
      <a:accent5>
        <a:srgbClr val="E7E7E7"/>
      </a:accent5>
      <a:accent6>
        <a:srgbClr val="9B9B9B"/>
      </a:accent6>
      <a:hlink>
        <a:srgbClr val="7F0C09"/>
      </a:hlink>
      <a:folHlink>
        <a:srgbClr val="687F8F"/>
      </a:folHlink>
    </a:clrScheme>
    <a:fontScheme name="ユーザー定義 4">
      <a:majorFont>
        <a:latin typeface="Noto Sans CJK JP Regular"/>
        <a:ea typeface="Noto Sans CJK JP Regular"/>
        <a:cs typeface=""/>
      </a:majorFont>
      <a:minorFont>
        <a:latin typeface="Noto Sans CJK JP Regular"/>
        <a:ea typeface="Noto Sans CJK JP 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MDC" id="{600B2270-205A-4DD2-85AE-574375EFD4E7}" vid="{70B36A12-C949-475E-9283-2CDACEE5E57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JMDC</Template>
  <TotalTime>0</TotalTime>
  <Words>141</Words>
  <Application>Microsoft Office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Noto Sans CJK JP Medium</vt:lpstr>
      <vt:lpstr>Noto Sans CJK JP Regular</vt:lpstr>
      <vt:lpstr>游ゴシック</vt:lpstr>
      <vt:lpstr>Arial</vt:lpstr>
      <vt:lpstr>JMDC</vt:lpstr>
      <vt:lpstr>think-cell スライド</vt:lpstr>
      <vt:lpstr>令和7年度向けサービスのご提案 健康課題を解決するソリューションのご案内</vt:lpstr>
      <vt:lpstr>タイトル (20pt, 上下中央揃え, Bold)</vt:lpstr>
      <vt:lpstr>タイトル (32pt, 上揃え, Bold)</vt:lpstr>
      <vt:lpstr>タイトル (20pt, Bold)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734</cp:revision>
  <cp:lastPrinted>2020-11-04T05:16:16Z</cp:lastPrinted>
  <dcterms:created xsi:type="dcterms:W3CDTF">2019-02-18T01:40:27Z</dcterms:created>
  <dcterms:modified xsi:type="dcterms:W3CDTF">2025-01-24T09:31:54Z</dcterms:modified>
</cp:coreProperties>
</file>