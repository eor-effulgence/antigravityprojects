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5"/>
    <p:sldId id="262" r:id="rId16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 (Est)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156.0</c:v>
                </c:pt>
                <c:pt idx="2">
                  <c:v>210.0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 Gen AI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Business with Intelligent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Vision &amp; Strategy</a:t>
            </a:r>
          </a:p>
          <a:p>
            <a:r>
              <a:t>2. AI Data Flow</a:t>
            </a:r>
          </a:p>
          <a:p>
            <a:r>
              <a:t>3. Market Growth Analysis</a:t>
            </a:r>
          </a:p>
          <a:p>
            <a:r>
              <a:t>4. System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Deep Dive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Seamless Data Integration: Unifying data silos across the enterprise.</a:t>
            </a:r>
          </a:p>
          <a:p>
            <a:pPr/>
            <a:r>
              <a:t>Intelligent Processing: Advanced neural networks analyze patterns with &lt;10ms latency.</a:t>
            </a:r>
          </a:p>
          <a:p>
            <a:pPr/>
            <a:r>
              <a:t>Actionable Insights: delivering predictive analytics directly to decision makers.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ai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Adoption: We are seeing unprecedented growth in the sector.</a:t>
            </a:r>
          </a:p>
          <a:p>
            <a:pPr/>
            <a:r>
              <a:t>Revenue Increase: Projected 30% Year-over-Year revenue increase driven by AI adoption.</a:t>
            </a:r>
          </a:p>
          <a:p>
            <a:pPr/>
            <a:r>
              <a:t>Strategic Focus: Healthcare and Finance sectors are leading the charge.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82880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Infrastructure: Auto-scaling cloud resources to process terabytes of data.</a:t>
            </a:r>
          </a:p>
          <a:p>
            <a:pPr/>
            <a:r>
              <a:t>Secure Gateway: Enterprise-grade security with encrypted API endpoints.</a:t>
            </a:r>
          </a:p>
          <a:p>
            <a:pPr/>
            <a:r>
              <a:t>Multi-Platform: Native support for Web, iOS, and Android clients.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