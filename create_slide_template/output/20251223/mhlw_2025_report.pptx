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handoutMasters/handoutMaster1.xml" ContentType="application/vnd.openxmlformats-officedocument.presentationml.handoutMaster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78" r:id="rId1"/>
  </p:sldMasterIdLst>
  <p:notesMasterIdLst>
    <p:notesMasterId r:id="rId7"/>
  </p:notesMasterIdLst>
  <p:handoutMasterIdLst>
    <p:handoutMasterId r:id="rId8"/>
  </p:handoutMasterIdLst>
  <p:sldIdLst>
    <p:sldId id="256" r:id="rId6"/>
    <p:sldId id="257" r:id="rId5"/>
    <p:sldId id="258" r:id="rId4"/>
    <p:sldId id="259" r:id="rId3"/>
    <p:sldId id="260" r:id="rId2"/>
    <p:sldId id="261" r:id="rId15"/>
    <p:sldId id="262" r:id="rId16"/>
    <p:sldId id="263" r:id="rId17"/>
    <p:sldId id="264" r:id="rId18"/>
    <p:sldId id="265" r:id="rId19"/>
    <p:sldId id="266" r:id="rId20"/>
  </p:sldIdLst>
  <p:sldSz cx="12192000" cy="6858000"/>
  <p:notesSz cx="6886575" cy="10017125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9900CC"/>
    <a:srgbClr val="FFD9B3"/>
    <a:srgbClr val="FFCC99"/>
    <a:srgbClr val="FFFFCC"/>
    <a:srgbClr val="CAD7EE"/>
    <a:srgbClr val="2D2D2D"/>
    <a:srgbClr val="E576A3"/>
    <a:srgbClr val="E983A0"/>
    <a:srgbClr val="EC98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濃色スタイル 2 - アクセント 3/アクセント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淡色スタイル 2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淡色スタイル 2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42" autoAdjust="0"/>
    <p:restoredTop sz="94706" autoAdjust="0"/>
  </p:normalViewPr>
  <p:slideViewPr>
    <p:cSldViewPr snapToGrid="0">
      <p:cViewPr varScale="1">
        <p:scale>
          <a:sx n="79" d="100"/>
          <a:sy n="79" d="100"/>
        </p:scale>
        <p:origin x="324" y="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814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3126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tags" Target="tags/tag1.xml"/><Relationship Id="rId10" Type="http://schemas.openxmlformats.org/officeDocument/2006/relationships/commentAuthors" Target="commentAuthor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8C8999BB-D453-4C97-A902-708865AE21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2983968" cy="502376"/>
          </a:xfrm>
          <a:prstGeom prst="rect">
            <a:avLst/>
          </a:prstGeom>
        </p:spPr>
        <p:txBody>
          <a:bodyPr vert="horz" lIns="92290" tIns="46145" rIns="92290" bIns="4614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FBB51D3-1CD9-464B-A995-60015A1D41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1002" y="1"/>
            <a:ext cx="2983968" cy="502376"/>
          </a:xfrm>
          <a:prstGeom prst="rect">
            <a:avLst/>
          </a:prstGeom>
        </p:spPr>
        <p:txBody>
          <a:bodyPr vert="horz" lIns="92290" tIns="46145" rIns="92290" bIns="46145" rtlCol="0"/>
          <a:lstStyle>
            <a:lvl1pPr algn="r">
              <a:defRPr sz="1200"/>
            </a:lvl1pPr>
          </a:lstStyle>
          <a:p>
            <a:fld id="{1DA409E0-CCF6-460B-B0F1-2953F860014A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44170BC-37CA-456B-B099-8D385210A3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514749"/>
            <a:ext cx="2983968" cy="502376"/>
          </a:xfrm>
          <a:prstGeom prst="rect">
            <a:avLst/>
          </a:prstGeom>
        </p:spPr>
        <p:txBody>
          <a:bodyPr vert="horz" lIns="92290" tIns="46145" rIns="92290" bIns="4614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09164FB-BF64-44CC-A294-18BCB5B82F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1002" y="9514749"/>
            <a:ext cx="2983968" cy="502376"/>
          </a:xfrm>
          <a:prstGeom prst="rect">
            <a:avLst/>
          </a:prstGeom>
        </p:spPr>
        <p:txBody>
          <a:bodyPr vert="horz" lIns="92290" tIns="46145" rIns="92290" bIns="46145" rtlCol="0" anchor="b"/>
          <a:lstStyle>
            <a:lvl1pPr algn="r">
              <a:defRPr sz="1200"/>
            </a:lvl1pPr>
          </a:lstStyle>
          <a:p>
            <a:fld id="{990D37E6-1BA4-4302-B17A-288AB4B279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34717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4183" cy="502596"/>
          </a:xfrm>
          <a:prstGeom prst="rect">
            <a:avLst/>
          </a:prstGeom>
        </p:spPr>
        <p:txBody>
          <a:bodyPr vert="horz" lIns="96578" tIns="48289" rIns="96578" bIns="48289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900799" y="0"/>
            <a:ext cx="2984183" cy="502596"/>
          </a:xfrm>
          <a:prstGeom prst="rect">
            <a:avLst/>
          </a:prstGeom>
        </p:spPr>
        <p:txBody>
          <a:bodyPr vert="horz" lIns="96578" tIns="48289" rIns="96578" bIns="48289" rtlCol="0"/>
          <a:lstStyle>
            <a:lvl1pPr algn="r">
              <a:defRPr sz="1300"/>
            </a:lvl1pPr>
          </a:lstStyle>
          <a:p>
            <a:fld id="{8FAA7CA5-D2BB-450E-A260-D483A94AF1AB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7100" cy="33797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78" tIns="48289" rIns="96578" bIns="48289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8658" y="4820742"/>
            <a:ext cx="5509260" cy="3944243"/>
          </a:xfrm>
          <a:prstGeom prst="rect">
            <a:avLst/>
          </a:prstGeom>
        </p:spPr>
        <p:txBody>
          <a:bodyPr vert="horz" lIns="96578" tIns="48289" rIns="96578" bIns="48289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514531"/>
            <a:ext cx="2984183" cy="502595"/>
          </a:xfrm>
          <a:prstGeom prst="rect">
            <a:avLst/>
          </a:prstGeom>
        </p:spPr>
        <p:txBody>
          <a:bodyPr vert="horz" lIns="96578" tIns="48289" rIns="96578" bIns="48289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900799" y="9514531"/>
            <a:ext cx="2984183" cy="502595"/>
          </a:xfrm>
          <a:prstGeom prst="rect">
            <a:avLst/>
          </a:prstGeom>
        </p:spPr>
        <p:txBody>
          <a:bodyPr vert="horz" lIns="96578" tIns="48289" rIns="96578" bIns="48289" rtlCol="0" anchor="b"/>
          <a:lstStyle>
            <a:lvl1pPr algn="r">
              <a:defRPr sz="1300"/>
            </a:lvl1pPr>
          </a:lstStyle>
          <a:p>
            <a:fld id="{91C0D6BC-FAAE-44FB-A5E4-13028E108F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8471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Relationship Id="rId5" Type="http://schemas.openxmlformats.org/officeDocument/2006/relationships/image" Target="../media/image3.png"/><Relationship Id="rId6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2.emf"/><Relationship Id="rId5" Type="http://schemas.openxmlformats.org/officeDocument/2006/relationships/image" Target="../media/image5.png"/><Relationship Id="rId6" Type="http://schemas.openxmlformats.org/officeDocument/2006/relationships/image" Target="../media/image6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2.emf"/><Relationship Id="rId5" Type="http://schemas.openxmlformats.org/officeDocument/2006/relationships/image" Target="../media/image5.png"/><Relationship Id="rId6" Type="http://schemas.openxmlformats.org/officeDocument/2006/relationships/image" Target="../media/image6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2.emf"/><Relationship Id="rId5" Type="http://schemas.openxmlformats.org/officeDocument/2006/relationships/image" Target="../media/image5.png"/><Relationship Id="rId6" Type="http://schemas.openxmlformats.org/officeDocument/2006/relationships/image" Target="../media/image6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オブジェクト 7" hidden="1">
            <a:extLst>
              <a:ext uri="{FF2B5EF4-FFF2-40B4-BE49-F238E27FC236}">
                <a16:creationId xmlns:a16="http://schemas.microsoft.com/office/drawing/2014/main" id="{4CB2F681-2736-44E1-A654-D251ACDC32F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39683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8" name="オブジェクト 7" hidden="1">
                        <a:extLst>
                          <a:ext uri="{FF2B5EF4-FFF2-40B4-BE49-F238E27FC236}">
                            <a16:creationId xmlns:a16="http://schemas.microsoft.com/office/drawing/2014/main" id="{4CB2F681-2736-44E1-A654-D251ACDC32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9350" y="2531006"/>
            <a:ext cx="6261100" cy="1047600"/>
          </a:xfrm>
        </p:spPr>
        <p:txBody>
          <a:bodyPr vert="horz" wrap="none" anchor="t" anchorCtr="0"/>
          <a:lstStyle>
            <a:lvl1pPr algn="ctr">
              <a:lnSpc>
                <a:spcPct val="100000"/>
              </a:lnSpc>
              <a:defRPr sz="3200" b="1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9350" y="4079468"/>
            <a:ext cx="6261100" cy="371882"/>
          </a:xfrm>
        </p:spPr>
        <p:txBody>
          <a:bodyPr anchor="t"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6C2B4702-F4DE-4CB4-AFC0-65CDB1B18C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59350" y="4852540"/>
            <a:ext cx="6261100" cy="248400"/>
          </a:xfrm>
        </p:spPr>
        <p:txBody>
          <a:bodyPr wrap="none" anchor="ctr" anchorCtr="0"/>
          <a:lstStyle>
            <a:lvl1pPr algn="ctr">
              <a:defRPr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24" name="グラフィックス 23">
            <a:extLst>
              <a:ext uri="{FF2B5EF4-FFF2-40B4-BE49-F238E27FC236}">
                <a16:creationId xmlns:a16="http://schemas.microsoft.com/office/drawing/2014/main" id="{05B76399-7B3F-452B-99DE-9D4F211A101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03485" y="739467"/>
            <a:ext cx="2644221" cy="128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117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337C0E97-9585-4CBC-B08E-4DF1FCF0443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272251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itle 1">
            <a:extLst>
              <a:ext uri="{FF2B5EF4-FFF2-40B4-BE49-F238E27FC236}">
                <a16:creationId xmlns:a16="http://schemas.microsoft.com/office/drawing/2014/main" id="{FF9C4F8C-82C7-4E62-A6FF-E886399A4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388" y="1052513"/>
            <a:ext cx="10563226" cy="648000"/>
          </a:xfrm>
        </p:spPr>
        <p:txBody>
          <a:bodyPr vert="horz" lIns="0" tIns="36000" rIns="0" bIns="36000" anchor="ctr" anchorCtr="0"/>
          <a:lstStyle>
            <a:lvl1pPr algn="ctr">
              <a:defRPr sz="2000" b="1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77A05FB-5E4D-4991-891B-2F9A06EBC667}"/>
              </a:ext>
            </a:extLst>
          </p:cNvPr>
          <p:cNvSpPr/>
          <p:nvPr userDrawn="1"/>
        </p:nvSpPr>
        <p:spPr>
          <a:xfrm>
            <a:off x="0" y="6829200"/>
            <a:ext cx="12192000" cy="288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ja-JP" altLang="en-US">
              <a:latin typeface="Noto Sans CJK JP Regular" panose="020B0500000000000000" pitchFamily="34" charset="-128"/>
              <a:ea typeface="Noto Sans CJK JP Regular" panose="020B0500000000000000" pitchFamily="34" charset="-128"/>
            </a:endParaRP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C2AE47C-7B5A-4D6F-B622-B9EE6DD8FB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86101" y="2346985"/>
            <a:ext cx="6019799" cy="3907810"/>
          </a:xfrm>
        </p:spPr>
        <p:txBody>
          <a:bodyPr anchor="t" anchorCtr="1"/>
          <a:lstStyle>
            <a:lvl1pPr marL="200025" indent="-200025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2438" indent="-201600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5963" indent="-200025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57600" indent="-200025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45600" indent="-200025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9" name="テキスト プレースホルダー 6">
            <a:extLst>
              <a:ext uri="{FF2B5EF4-FFF2-40B4-BE49-F238E27FC236}">
                <a16:creationId xmlns:a16="http://schemas.microsoft.com/office/drawing/2014/main" id="{C8EE57F1-F0A9-4D0D-B777-AFCB5B2CEC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649" y="6274800"/>
            <a:ext cx="10933200" cy="163992"/>
          </a:xfrm>
        </p:spPr>
        <p:txBody>
          <a:bodyPr tIns="0" rIns="90000" bIns="0" anchor="b"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2pPr>
            <a:lvl3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3pPr>
            <a:lvl4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4pPr>
            <a:lvl5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E066F155-3188-4AA8-A660-ABF2470A83F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58575" y="6458797"/>
            <a:ext cx="900000" cy="18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AA7107C-6AF2-4215-99A8-729EB6855E9F}"/>
              </a:ext>
            </a:extLst>
          </p:cNvPr>
          <p:cNvSpPr txBox="1">
            <a:spLocks/>
          </p:cNvSpPr>
          <p:nvPr userDrawn="1"/>
        </p:nvSpPr>
        <p:spPr>
          <a:xfrm>
            <a:off x="628650" y="6472236"/>
            <a:ext cx="900000" cy="169491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457200" rtl="0" eaLnBrk="1" latinLnBrk="0" hangingPunct="1"/>
            <a:r>
              <a:rPr kumimoji="1" lang="en-US" altLang="ja-JP" sz="10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© JMDC Inc.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360C349-EBEF-4D48-A384-8338314FD92F}"/>
              </a:ext>
            </a:extLst>
          </p:cNvPr>
          <p:cNvSpPr txBox="1">
            <a:spLocks/>
          </p:cNvSpPr>
          <p:nvPr userDrawn="1"/>
        </p:nvSpPr>
        <p:spPr>
          <a:xfrm>
            <a:off x="11406188" y="6472527"/>
            <a:ext cx="455695" cy="169200"/>
          </a:xfrm>
          <a:prstGeom prst="rect">
            <a:avLst/>
          </a:prstGeom>
          <a:ln>
            <a:noFill/>
          </a:ln>
        </p:spPr>
        <p:txBody>
          <a:bodyPr vert="horz" lIns="0" tIns="0" rIns="90000" bIns="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Noto Sans CJK JP Regular" panose="020B0500000000000000" pitchFamily="34" charset="-128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980884-DD7F-4341-BDAB-1E6AEAC0EEE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40350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  <p15:guide id="2" pos="513">
          <p15:clr>
            <a:srgbClr val="FBAE40"/>
          </p15:clr>
        </p15:guide>
        <p15:guide id="3" pos="7167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orient="horz" pos="14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見出し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BF946D33-0522-407D-92E1-EB11EE5409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429420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ubtitle 2">
            <a:extLst>
              <a:ext uri="{FF2B5EF4-FFF2-40B4-BE49-F238E27FC236}">
                <a16:creationId xmlns:a16="http://schemas.microsoft.com/office/drawing/2014/main" id="{722D36E6-DD5E-40E4-9D8C-A3C0BE692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999" y="2371836"/>
            <a:ext cx="11040000" cy="900000"/>
          </a:xfrm>
        </p:spPr>
        <p:txBody>
          <a:bodyPr anchor="b" anchorCtr="0"/>
          <a:lstStyle>
            <a:lvl1pPr marL="0" indent="0" algn="ctr">
              <a:buNone/>
              <a:defRPr sz="5000" b="1">
                <a:solidFill>
                  <a:srgbClr val="53C57A"/>
                </a:solidFill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C832386-A3A6-4262-831B-138FA568A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999" y="3429000"/>
            <a:ext cx="11040000" cy="360000"/>
          </a:xfrm>
        </p:spPr>
        <p:txBody>
          <a:bodyPr vert="horz" lIns="0" tIns="0" rIns="0" bIns="144000" anchor="t"/>
          <a:lstStyle>
            <a:lvl1pPr algn="ctr">
              <a:defRPr sz="3200" b="1">
                <a:solidFill>
                  <a:srgbClr val="2D2D2D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04BA59FC-70BE-4938-AB37-618B2B709CE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58575" y="6458797"/>
            <a:ext cx="900000" cy="180000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7FA3722-778B-4F44-8122-F34A3EF26DE4}"/>
              </a:ext>
            </a:extLst>
          </p:cNvPr>
          <p:cNvSpPr txBox="1">
            <a:spLocks/>
          </p:cNvSpPr>
          <p:nvPr userDrawn="1"/>
        </p:nvSpPr>
        <p:spPr>
          <a:xfrm>
            <a:off x="628650" y="6472236"/>
            <a:ext cx="900000" cy="169491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457200" rtl="0" eaLnBrk="1" latinLnBrk="0" hangingPunct="1"/>
            <a:r>
              <a:rPr kumimoji="1" lang="en-US" altLang="ja-JP" sz="10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© JMDC Inc.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90680FA-9C4D-47DA-BDAE-E3CC06EEFE63}"/>
              </a:ext>
            </a:extLst>
          </p:cNvPr>
          <p:cNvSpPr txBox="1">
            <a:spLocks/>
          </p:cNvSpPr>
          <p:nvPr userDrawn="1"/>
        </p:nvSpPr>
        <p:spPr>
          <a:xfrm>
            <a:off x="11406188" y="6472527"/>
            <a:ext cx="455695" cy="169200"/>
          </a:xfrm>
          <a:prstGeom prst="rect">
            <a:avLst/>
          </a:prstGeom>
          <a:ln>
            <a:noFill/>
          </a:ln>
        </p:spPr>
        <p:txBody>
          <a:bodyPr vert="horz" lIns="0" tIns="0" rIns="90000" bIns="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Noto Sans CJK JP Regular" panose="020B0500000000000000" pitchFamily="34" charset="-128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980884-DD7F-4341-BDAB-1E6AEAC0EEE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269853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34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オブジェクト 8" hidden="1">
            <a:extLst>
              <a:ext uri="{FF2B5EF4-FFF2-40B4-BE49-F238E27FC236}">
                <a16:creationId xmlns:a16="http://schemas.microsoft.com/office/drawing/2014/main" id="{22BB6BD2-0807-4A2A-A627-20D383234AD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9193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390" y="188913"/>
            <a:ext cx="10563223" cy="620908"/>
          </a:xfrm>
        </p:spPr>
        <p:txBody>
          <a:bodyPr vert="horz" lIns="0" tIns="36000" rIns="0" bIns="72000" anchor="b" anchorCtr="0"/>
          <a:lstStyle>
            <a:lvl1pPr>
              <a:defRPr sz="2000" b="1" i="0">
                <a:solidFill>
                  <a:srgbClr val="000000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388" y="1914824"/>
            <a:ext cx="10563225" cy="4351878"/>
          </a:xfrm>
          <a:ln>
            <a:noFill/>
          </a:ln>
        </p:spPr>
        <p:txBody>
          <a:bodyPr lIns="0" rIns="0"/>
          <a:lstStyle>
            <a:lvl1pPr>
              <a:lnSpc>
                <a:spcPct val="125000"/>
              </a:lnSpc>
              <a:defRPr sz="1600">
                <a:solidFill>
                  <a:srgbClr val="2D2D2D"/>
                </a:solidFill>
                <a:latin typeface="+mn-lt"/>
                <a:ea typeface="+mn-ea"/>
              </a:defRPr>
            </a:lvl1pPr>
            <a:lvl2pPr>
              <a:lnSpc>
                <a:spcPct val="125000"/>
              </a:lnSpc>
              <a:buClrTx/>
              <a:defRPr sz="1600">
                <a:solidFill>
                  <a:srgbClr val="2D2D2D"/>
                </a:solidFill>
                <a:latin typeface="+mn-lt"/>
                <a:ea typeface="+mn-ea"/>
              </a:defRPr>
            </a:lvl2pPr>
            <a:lvl3pPr marL="819150" indent="-182563">
              <a:lnSpc>
                <a:spcPct val="125000"/>
              </a:lnSpc>
              <a:buClrTx/>
              <a:buFont typeface="游ゴシック" panose="020B0400000000000000" pitchFamily="50" charset="-128"/>
              <a:buChar char="•"/>
              <a:defRPr sz="1600">
                <a:solidFill>
                  <a:srgbClr val="2D2D2D"/>
                </a:solidFill>
                <a:latin typeface="+mn-lt"/>
                <a:ea typeface="+mn-ea"/>
              </a:defRPr>
            </a:lvl3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8F4E2D77-7E7A-42A8-82FA-8E50190B39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4389" y="791106"/>
            <a:ext cx="10563224" cy="900000"/>
          </a:xfrm>
        </p:spPr>
        <p:txBody>
          <a:bodyPr lIns="0" tIns="72000" rIns="0" bIns="72000"/>
          <a:lstStyle>
            <a:lvl1pPr>
              <a:lnSpc>
                <a:spcPct val="125000"/>
              </a:lnSpc>
              <a:spcBef>
                <a:spcPts val="0"/>
              </a:spcBef>
              <a:defRPr sz="1600" b="0" spc="50" baseline="0">
                <a:solidFill>
                  <a:schemeClr val="accent1"/>
                </a:solidFill>
                <a:latin typeface="+mn-lt"/>
                <a:ea typeface="+mn-ea"/>
              </a:defRPr>
            </a:lvl1pPr>
            <a:lvl2pPr>
              <a:lnSpc>
                <a:spcPct val="125000"/>
              </a:lnSpc>
              <a:spcBef>
                <a:spcPts val="0"/>
              </a:spcBef>
              <a:buClrTx/>
              <a:defRPr sz="1600" b="0" spc="50" baseline="0">
                <a:solidFill>
                  <a:schemeClr val="accent1"/>
                </a:solidFill>
                <a:latin typeface="+mn-lt"/>
                <a:ea typeface="+mn-ea"/>
              </a:defRPr>
            </a:lvl2pPr>
            <a:lvl3pPr marL="636587" indent="0">
              <a:spcBef>
                <a:spcPts val="0"/>
              </a:spcBef>
              <a:buClr>
                <a:schemeClr val="accent1"/>
              </a:buClr>
              <a:buFont typeface="游ゴシック" panose="020B0400000000000000" pitchFamily="50" charset="-128"/>
              <a:buNone/>
              <a:defRPr b="1">
                <a:solidFill>
                  <a:schemeClr val="accent1"/>
                </a:solidFill>
              </a:defRPr>
            </a:lvl3pPr>
            <a:lvl4pPr>
              <a:spcBef>
                <a:spcPts val="0"/>
              </a:spcBef>
              <a:defRPr>
                <a:solidFill>
                  <a:schemeClr val="accent1"/>
                </a:solidFill>
              </a:defRPr>
            </a:lvl4pPr>
            <a:lvl5pPr>
              <a:spcBef>
                <a:spcPts val="0"/>
              </a:spcBef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78CA1C3-62CA-4355-9BFA-019950074359}"/>
              </a:ext>
            </a:extLst>
          </p:cNvPr>
          <p:cNvSpPr/>
          <p:nvPr userDrawn="1"/>
        </p:nvSpPr>
        <p:spPr>
          <a:xfrm>
            <a:off x="0" y="6829200"/>
            <a:ext cx="12192000" cy="288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ja-JP" altLang="en-US">
              <a:latin typeface="Noto Sans CJK JP Regular" panose="020B0500000000000000" pitchFamily="34" charset="-128"/>
              <a:ea typeface="Noto Sans CJK JP Regular" panose="020B0500000000000000" pitchFamily="34" charset="-128"/>
            </a:endParaRP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20705110-15CF-4414-A9EF-CCABC79883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649" y="6274800"/>
            <a:ext cx="10933200" cy="163992"/>
          </a:xfrm>
        </p:spPr>
        <p:txBody>
          <a:bodyPr tIns="0" rIns="90000" bIns="0" anchor="b"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2pPr>
            <a:lvl3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3pPr>
            <a:lvl4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4pPr>
            <a:lvl5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13" name="グラフィックス 12">
            <a:extLst>
              <a:ext uri="{FF2B5EF4-FFF2-40B4-BE49-F238E27FC236}">
                <a16:creationId xmlns:a16="http://schemas.microsoft.com/office/drawing/2014/main" id="{939E9BA3-482A-49D6-8FC2-21A7E285428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58575" y="6458797"/>
            <a:ext cx="900000" cy="180000"/>
          </a:xfrm>
          <a:prstGeom prst="rect">
            <a:avLst/>
          </a:prstGeom>
        </p:spPr>
      </p:pic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E131A67-7454-4E80-BAE6-84513290F674}"/>
              </a:ext>
            </a:extLst>
          </p:cNvPr>
          <p:cNvSpPr txBox="1">
            <a:spLocks/>
          </p:cNvSpPr>
          <p:nvPr userDrawn="1"/>
        </p:nvSpPr>
        <p:spPr>
          <a:xfrm>
            <a:off x="628650" y="6472236"/>
            <a:ext cx="900000" cy="169491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457200" rtl="0" eaLnBrk="1" latinLnBrk="0" hangingPunct="1"/>
            <a:r>
              <a:rPr kumimoji="1" lang="en-US" altLang="ja-JP" sz="10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© JMDC Inc.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320C161-6FB6-465C-A013-A8CE1D3DC8AE}"/>
              </a:ext>
            </a:extLst>
          </p:cNvPr>
          <p:cNvSpPr txBox="1">
            <a:spLocks/>
          </p:cNvSpPr>
          <p:nvPr userDrawn="1"/>
        </p:nvSpPr>
        <p:spPr>
          <a:xfrm>
            <a:off x="11406188" y="6472527"/>
            <a:ext cx="455695" cy="169200"/>
          </a:xfrm>
          <a:prstGeom prst="rect">
            <a:avLst/>
          </a:prstGeom>
          <a:ln>
            <a:noFill/>
          </a:ln>
        </p:spPr>
        <p:txBody>
          <a:bodyPr vert="horz" lIns="0" tIns="0" rIns="90000" bIns="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Noto Sans CJK JP Regular" panose="020B0500000000000000" pitchFamily="34" charset="-128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980884-DD7F-4341-BDAB-1E6AEAC0EEE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41614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9" userDrawn="1">
          <p15:clr>
            <a:srgbClr val="FBAE40"/>
          </p15:clr>
        </p15:guide>
        <p15:guide id="2" pos="7167" userDrawn="1">
          <p15:clr>
            <a:srgbClr val="FBAE40"/>
          </p15:clr>
        </p15:guide>
        <p15:guide id="3" pos="513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裏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C9F2E24A-F9AF-4FB5-9A55-6CD620035A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2885000"/>
            <a:ext cx="2880000" cy="10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8053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tags" Target="../tags/tag2.xml"/><Relationship Id="rId8" Type="http://schemas.openxmlformats.org/officeDocument/2006/relationships/tags" Target="../tags/tag3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>
            <a:extLst>
              <a:ext uri="{FF2B5EF4-FFF2-40B4-BE49-F238E27FC236}">
                <a16:creationId xmlns:a16="http://schemas.microsoft.com/office/drawing/2014/main" id="{3779C39E-E640-4ACF-9D66-42B25DD4D69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2769618471"/>
              </p:ext>
            </p:extLst>
          </p:nvPr>
        </p:nvGraphicFramePr>
        <p:xfrm>
          <a:off x="2119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9" imgW="592" imgH="595" progId="TCLayout.ActiveDocument.1">
                  <p:embed/>
                </p:oleObj>
              </mc:Choice>
              <mc:Fallback>
                <p:oleObj name="think-cell スライド" r:id="rId9" imgW="592" imgH="59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19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>
            <a:extLst>
              <a:ext uri="{FF2B5EF4-FFF2-40B4-BE49-F238E27FC236}">
                <a16:creationId xmlns:a16="http://schemas.microsoft.com/office/drawing/2014/main" id="{CA714621-1462-4A3C-BC13-055901280D61}"/>
              </a:ext>
            </a:extLst>
          </p:cNvPr>
          <p:cNvSpPr/>
          <p:nvPr userDrawn="1">
            <p:custDataLst>
              <p:tags r:id="rId8"/>
            </p:custDataLst>
          </p:nvPr>
        </p:nvSpPr>
        <p:spPr>
          <a:xfrm>
            <a:off x="1" y="0"/>
            <a:ext cx="211667" cy="15875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ja-JP" altLang="en-US" sz="2000" b="0" i="0" baseline="0" dirty="0">
              <a:latin typeface="Noto Sans CJK JP Medium" panose="020B0600000000000000" pitchFamily="34" charset="-128"/>
              <a:ea typeface="Noto Sans CJK JP Medium" panose="020B0600000000000000" pitchFamily="34" charset="-128"/>
              <a:cs typeface="+mj-cs"/>
              <a:sym typeface="Noto Sans CJK JP Medium" panose="020B0600000000000000" pitchFamily="34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05681"/>
            <a:ext cx="10515600" cy="653410"/>
          </a:xfrm>
          <a:prstGeom prst="rect">
            <a:avLst/>
          </a:prstGeom>
        </p:spPr>
        <p:txBody>
          <a:bodyPr vert="horz" lIns="91440" tIns="36000" rIns="91440" bIns="36000" rtlCol="0" anchor="b" anchorCtr="0">
            <a:no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02560"/>
            <a:ext cx="10515600" cy="4621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491923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4" r:id="rId3"/>
    <p:sldLayoutId id="2147483680" r:id="rId4"/>
    <p:sldLayoutId id="2147483682" r:id="rId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0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88938" indent="-157163" algn="l" defTabSz="914400" rtl="0" eaLnBrk="1" latinLnBrk="0" hangingPunct="1">
        <a:lnSpc>
          <a:spcPct val="100000"/>
        </a:lnSpc>
        <a:spcBef>
          <a:spcPts val="300"/>
        </a:spcBef>
        <a:buClrTx/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9150" indent="-182563" algn="l" defTabSz="914400" rtl="0" eaLnBrk="1" latinLnBrk="0" hangingPunct="1">
        <a:lnSpc>
          <a:spcPct val="100000"/>
        </a:lnSpc>
        <a:spcBef>
          <a:spcPts val="300"/>
        </a:spcBef>
        <a:buClrTx/>
        <a:buFont typeface="游ゴシック" panose="020B0400000000000000" pitchFamily="50" charset="-128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9975" indent="0" algn="l" defTabSz="914400" rtl="0" eaLnBrk="1" latinLnBrk="0" hangingPunct="1">
        <a:lnSpc>
          <a:spcPct val="90000"/>
        </a:lnSpc>
        <a:spcBef>
          <a:spcPts val="300"/>
        </a:spcBef>
        <a:buClr>
          <a:srgbClr val="3F3F3F"/>
        </a:buClr>
        <a:buFont typeface="游ゴシック" panose="020B0400000000000000" pitchFamily="50" charset="-128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51000" indent="-182563" algn="l" defTabSz="914400" rtl="0" eaLnBrk="1" latinLnBrk="0" hangingPunct="1">
        <a:lnSpc>
          <a:spcPct val="90000"/>
        </a:lnSpc>
        <a:spcBef>
          <a:spcPts val="300"/>
        </a:spcBef>
        <a:buClr>
          <a:srgbClr val="3F3F3F"/>
        </a:buClr>
        <a:buFont typeface="游ゴシック" panose="020B0400000000000000" pitchFamily="50" charset="-128"/>
        <a:buChar char="‒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令和7年度 厚生労働省</a:t>
            </a:r>
          </a:p>
          <a:p>
            <a:r>
              <a:t>保健事業の総括と分析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令和7年度 厚生労働省</a:t>
            </a:r>
          </a:p>
          <a:p>
            <a:r>
              <a:t>保健事業の総括と分析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1. 背景と基本方針</a:t>
            </a:r>
          </a:p>
          <a:p>
            <a:r>
              <a:t>2. 令和7年度 概算要求のポイント</a:t>
            </a:r>
          </a:p>
          <a:p>
            <a:r>
              <a:t>3. 重点施策の分析</a:t>
            </a:r>
          </a:p>
          <a:p>
            <a:r>
              <a:t>4. 考察と今後の展望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1. 背景と基本方針</a:t>
            </a:r>
          </a:p>
          <a:p>
            <a:r>
              <a:t>2. 令和7年度 概算要求のポイント</a:t>
            </a:r>
          </a:p>
          <a:p>
            <a:r>
              <a:t>3. 重点施策の分析</a:t>
            </a:r>
          </a:p>
          <a:p>
            <a:r>
              <a:t>4. 考察と今後の展望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背景と基本方針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背景と基本方針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背景と基本方針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全世代型社会保障の構築：疾病予防・重症化予防・健康増進を柱とした持続可能な制度へ</a:t>
            </a:r>
          </a:p>
          <a:p>
            <a:pPr/>
            <a:r>
              <a:t>2025年問題への対応：「団塊の世代」が全て75歳以上となる節目に向けた体制整備</a:t>
            </a:r>
          </a:p>
          <a:p>
            <a:pPr/>
            <a:r>
              <a:t>経済情勢への対応：物価高騰や賃金上昇に対応する「医療・介護等支援パッケージ」の推進</a:t>
            </a:r>
          </a:p>
          <a:p>
            <a:pPr/>
            <a:r>
              <a:t>医療DXの加速：データヘルス、医療情報の利活用による保健事業の高度化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出典：厚生労働省 令和7年度概算要求資料より作成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出典：厚生労働省 令和7年度概算要求資料より作成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令和7年度 概算要求のポイント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令和7年度 概算要求のポイント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主要施策の予算規模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歯科保健医療の推進：1,699億円（生涯を通じた歯科健診の推進等）</a:t>
            </a:r>
          </a:p>
          <a:p>
            <a:pPr/>
            <a:r>
              <a:t>がん対策の推進：482億円（重症化予防、治療研究等）</a:t>
            </a:r>
          </a:p>
          <a:p>
            <a:pPr/>
            <a:r>
              <a:t>母子保健対策：276億円（産後ケア、包括支援体制の整備）</a:t>
            </a:r>
          </a:p>
          <a:p>
            <a:pPr/>
            <a:r>
              <a:t>認知症施策の推進：148億円（基本法に基づく理解増進、バリアフリー化）</a:t>
            </a:r>
          </a:p>
          <a:p>
            <a:pPr/>
            <a:r>
              <a:t>女性の健康づくり：88億円（ナショナルセンター機能充実、相談支援）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※金額は概算要求額に基づく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※金額は概算要求額に基づく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重点施策①：予防・健康づくりの強化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保険者努力支援制度：疾病予防・重症化予防へのインセンティブ強化</a:t>
            </a:r>
          </a:p>
          <a:p>
            <a:pPr/>
            <a:r>
              <a:t>データヘルス計画：レセプト・健診データを活用した科学的な保健事業の推進</a:t>
            </a:r>
          </a:p>
          <a:p>
            <a:pPr/>
            <a:r>
              <a:t>生活習慣病対策：糖尿病性腎症重症化予防プログラムの普及展開</a:t>
            </a:r>
          </a:p>
          <a:p>
            <a:pPr/>
            <a:r>
              <a:t>特定保健指導：アウトカム評価の導入と実施率向上に向けた支援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データに基づくPDCAサイクルの徹底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データに基づくPDCAサイクルの徹底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重点施策②：医療提供体制と基盤整備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医療DXの推進：書面業務の削減、診療情報の共有、マイナンバーカード活用</a:t>
            </a:r>
          </a:p>
          <a:p>
            <a:pPr/>
            <a:r>
              <a:t>医療・介護人材確保：賃上げ支援、働き方改革（医師の労働時間短縮等）</a:t>
            </a:r>
          </a:p>
          <a:p>
            <a:pPr/>
            <a:r>
              <a:t>地域医療構想：病床機能の分化・連携、かかりつけ医機能の強化</a:t>
            </a:r>
          </a:p>
          <a:p>
            <a:pPr/>
            <a:r>
              <a:t>難病・感染症対策：指定難病の拡大、国立健康危機管理研究機構の機能強化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持続可能な医療提供体制の構築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持続可能な医療提供体制の構築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考察と今後の展望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考察と今後の展望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分析と今後の展望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データドリブン保健事業への転換：エビデンスに基づく施策が標準化</a:t>
            </a:r>
          </a:p>
          <a:p>
            <a:pPr/>
            <a:r>
              <a:t>予防医療へのシフト：治療から「予防・重症化予防」へ資源配分が加速</a:t>
            </a:r>
          </a:p>
          <a:p>
            <a:pPr/>
            <a:r>
              <a:t>ライフコースアプローチ：母子から高齢者まで、切れ目のない支援体制の構築</a:t>
            </a:r>
          </a:p>
          <a:p>
            <a:pPr/>
            <a:r>
              <a:t>事業者への示唆：自治体・保険者との連携、データ分析サービスの需要拡大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まとめ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まとめ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261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m/%d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3&quot;&gt;&lt;elem m_fUsage=&quot;6.31876096375525531101E+00&quot;&gt;&lt;m_msothmcolidx val=&quot;0&quot;/&gt;&lt;m_rgb r=&quot;DD&quot; g=&quot;F3&quot; b=&quot;E4&quot;/&gt;&lt;/elem&gt;&lt;elem m_fUsage=&quot;3.58818266206805036589E+00&quot;&gt;&lt;m_msothmcolidx val=&quot;0&quot;/&gt;&lt;m_rgb r=&quot;53&quot; g=&quot;C5&quot; b=&quot;7A&quot;/&gt;&lt;/elem&gt;&lt;elem m_fUsage=&quot;4.02705271474954745736E-02&quot;&gt;&lt;m_msothmcolidx val=&quot;0&quot;/&gt;&lt;m_rgb r=&quot;00&quot; g=&quot;59&quot; b=&quot;00&quot;/&gt;&lt;/elem&gt;&lt;elem m_fUsage=&quot;3.66685204475502915522E-02&quot;&gt;&lt;m_msothmcolidx val=&quot;0&quot;/&gt;&lt;m_rgb r=&quot;0D&quot; g=&quot;AE&quot; b=&quot;41&quot;/&gt;&lt;/elem&gt;&lt;elem m_fUsage=&quot;5.03993083318649785080E-03&quot;&gt;&lt;m_msothmcolidx val=&quot;0&quot;/&gt;&lt;m_rgb r=&quot;52&quot; g=&quot;BE&quot; b=&quot;75&quot;/&gt;&lt;/elem&gt;&lt;elem m_fUsage=&quot;4.83734407832594765636E-03&quot;&gt;&lt;m_msothmcolidx val=&quot;0&quot;/&gt;&lt;m_rgb r=&quot;0A&quot; g=&quot;7C&quot; b=&quot;2F&quot;/&gt;&lt;/elem&gt;&lt;elem m_fUsage=&quot;2.46862275608918102510E-03&quot;&gt;&lt;m_msothmcolidx val=&quot;0&quot;/&gt;&lt;m_rgb r=&quot;06&quot; g=&quot;55&quot; b=&quot;20&quot;/&gt;&lt;/elem&gt;&lt;elem m_fUsage=&quot;1.79701029991443349265E-03&quot;&gt;&lt;m_msothmcolidx val=&quot;0&quot;/&gt;&lt;m_rgb r=&quot;0C&quot; g=&quot;AA&quot; b=&quot;41&quot;/&gt;&lt;/elem&gt;&lt;elem m_fUsage=&quot;1.61730926992299014339E-03&quot;&gt;&lt;m_msothmcolidx val=&quot;0&quot;/&gt;&lt;m_rgb r=&quot;07&quot; g=&quot;61&quot; b=&quot;24&quot;/&gt;&lt;/elem&gt;&lt;elem m_fUsage=&quot;1.61948387278817740884E-04&quot;&gt;&lt;m_msothmcolidx val=&quot;0&quot;/&gt;&lt;m_rgb r=&quot;98&quot; g=&quot;DC&quot; b=&quot;AF&quot;/&gt;&lt;/elem&gt;&lt;elem m_fUsage=&quot;9.56552434365126250234E-05&quot;&gt;&lt;m_msothmcolidx val=&quot;0&quot;/&gt;&lt;m_rgb r=&quot;09&quot; g=&quot;7F&quot; b=&quot;31&quot;/&gt;&lt;/elem&gt;&lt;elem m_fUsage=&quot;5.13431418075965419049E-05&quot;&gt;&lt;m_msothmcolidx val=&quot;0&quot;/&gt;&lt;m_rgb r=&quot;0A&quot; g=&quot;83&quot; b=&quot;31&quot;/&gt;&lt;/elem&gt;&lt;elem m_fUsage=&quot;2.24167732551681854903E-05&quot;&gt;&lt;m_msothmcolidx val=&quot;0&quot;/&gt;&lt;m_rgb r=&quot;0E&quot; g=&quot;C2&quot; b=&quot;00&quot;/&gt;&lt;/elem&gt;&lt;elem m_fUsage=&quot;6.89249269015347901192E-06&quot;&gt;&lt;m_msothmcolidx val=&quot;0&quot;/&gt;&lt;m_rgb r=&quot;CB&quot; g=&quot;D8&quot; b=&quot;EF&quot;/&gt;&lt;/elem&gt;&lt;elem m_fUsage=&quot;5.72192753140146252402E-06&quot;&gt;&lt;m_msothmcolidx val=&quot;0&quot;/&gt;&lt;m_rgb r=&quot;63&quot; g=&quot;89&quot; b=&quot;CE&quot;/&gt;&lt;/elem&gt;&lt;elem m_fUsage=&quot;4.81315889736668078489E-06&quot;&gt;&lt;m_msothmcolidx val=&quot;0&quot;/&gt;&lt;m_rgb r=&quot;97&quot; g=&quot;B0&quot; b=&quot;DE&quot;/&gt;&lt;/elem&gt;&lt;elem m_fUsage=&quot;3.39041615347857003100E-06&quot;&gt;&lt;m_msothmcolidx val=&quot;0&quot;/&gt;&lt;m_rgb r=&quot;84&quot; g=&quot;F6&quot; b=&quot;AB&quot;/&gt;&lt;/elem&gt;&lt;elem m_fUsage=&quot;3.26615480316740231095E-06&quot;&gt;&lt;m_msothmcolidx val=&quot;0&quot;/&gt;&lt;m_rgb r=&quot;F6&quot; g=&quot;87&quot; b=&quot;84&quot;/&gt;&lt;/elem&gt;&lt;elem m_fUsage=&quot;8.21710489548410890513E-07&quot;&gt;&lt;m_msothmcolidx val=&quot;0&quot;/&gt;&lt;m_rgb r=&quot;F3&quot; g=&quot;9A&quot; b=&quot;ED&quot;/&gt;&lt;/elem&gt;&lt;elem m_fUsage=&quot;5.09593898776371821834E-07&quot;&gt;&lt;m_msothmcolidx val=&quot;0&quot;/&gt;&lt;m_rgb r=&quot;0D&quot; g=&quot;AA&quot; b=&quot;40&quot;/&gt;&lt;/elem&gt;&lt;elem m_fUsage=&quot;3.18756352374790511615E-07&quot;&gt;&lt;m_msothmcolidx val=&quot;0&quot;/&gt;&lt;m_rgb r=&quot;04&quot; g=&quot;42&quot; b=&quot;04&quot;/&gt;&lt;/elem&gt;&lt;elem m_fUsage=&quot;4.26495693068163270119E-09&quot;&gt;&lt;m_msothmcolidx val=&quot;0&quot;/&gt;&lt;m_rgb r=&quot;0B&quot; g=&quot;95&quot; b=&quot;37&quot;/&gt;&lt;/elem&gt;&lt;elem m_fUsage=&quot;3.57330166477345500949E-09&quot;&gt;&lt;m_msothmcolidx val=&quot;0&quot;/&gt;&lt;m_rgb r=&quot;08&quot; g=&quot;80&quot; b=&quot;80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Q91S1ZBmBgoJqY8Vd7xl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JMDC">
  <a:themeElements>
    <a:clrScheme name="ユーザー定義 9">
      <a:dk1>
        <a:srgbClr val="2D2D2D"/>
      </a:dk1>
      <a:lt1>
        <a:srgbClr val="FFFFFF"/>
      </a:lt1>
      <a:dk2>
        <a:srgbClr val="7F0C09"/>
      </a:dk2>
      <a:lt2>
        <a:srgbClr val="D6A5C3"/>
      </a:lt2>
      <a:accent1>
        <a:srgbClr val="0CAA41"/>
      </a:accent1>
      <a:accent2>
        <a:srgbClr val="53C57A"/>
      </a:accent2>
      <a:accent3>
        <a:srgbClr val="C2E9BE"/>
      </a:accent3>
      <a:accent4>
        <a:srgbClr val="E5F5EA"/>
      </a:accent4>
      <a:accent5>
        <a:srgbClr val="E7E7E7"/>
      </a:accent5>
      <a:accent6>
        <a:srgbClr val="9B9B9B"/>
      </a:accent6>
      <a:hlink>
        <a:srgbClr val="7F0C09"/>
      </a:hlink>
      <a:folHlink>
        <a:srgbClr val="687F8F"/>
      </a:folHlink>
    </a:clrScheme>
    <a:fontScheme name="ユーザー定義 4">
      <a:majorFont>
        <a:latin typeface="Noto Sans CJK JP Regular"/>
        <a:ea typeface="Noto Sans CJK JP Regular"/>
        <a:cs typeface=""/>
      </a:majorFont>
      <a:minorFont>
        <a:latin typeface="Noto Sans CJK JP Regular"/>
        <a:ea typeface="Noto Sans CJK JP Regula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kumimoji="1" sz="16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umimoji="1"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JMDC" id="{600B2270-205A-4DD2-85AE-574375EFD4E7}" vid="{70B36A12-C949-475E-9283-2CDACEE5E573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JMDC</Template>
  <TotalTime>0</TotalTime>
  <Words>141</Words>
  <Application>Microsoft Office PowerPoint</Application>
  <PresentationFormat>ワイド画面</PresentationFormat>
  <Paragraphs>21</Paragraphs>
  <Slides>5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Noto Sans CJK JP Medium</vt:lpstr>
      <vt:lpstr>Noto Sans CJK JP Regular</vt:lpstr>
      <vt:lpstr>游ゴシック</vt:lpstr>
      <vt:lpstr>Arial</vt:lpstr>
      <vt:lpstr>JMDC</vt:lpstr>
      <vt:lpstr>think-cell スライド</vt:lpstr>
      <vt:lpstr>令和7年度向けサービスのご提案 健康課題を解決するソリューションのご案内</vt:lpstr>
      <vt:lpstr>タイトル (20pt, 上下中央揃え, Bold)</vt:lpstr>
      <vt:lpstr>タイトル (32pt, 上揃え, Bold)</vt:lpstr>
      <vt:lpstr>タイトル (20pt, Bold)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734</cp:revision>
  <cp:lastPrinted>2020-11-04T05:16:16Z</cp:lastPrinted>
  <dcterms:created xsi:type="dcterms:W3CDTF">2019-02-18T01:40:27Z</dcterms:created>
  <dcterms:modified xsi:type="dcterms:W3CDTF">2025-01-24T09:31:54Z</dcterms:modified>
</cp:coreProperties>
</file>